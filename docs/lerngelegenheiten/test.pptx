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Richard Conrardy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01.01.2024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dsfds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dssfsdf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dsfdsf</a:t>
            </a:r>
          </a:p>
          <a:p>
            <a:pPr lvl="0" indent="0" marL="0">
              <a:buNone/>
            </a:pPr>
            <a:r>
              <a:rPr/>
              <a:t>dfdsfds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dsfsd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Conrardy</dc:creator>
  <cp:keywords/>
  <dcterms:created xsi:type="dcterms:W3CDTF">2024-05-23T13:16:52Z</dcterms:created>
  <dcterms:modified xsi:type="dcterms:W3CDTF">2024-05-23T13:16:52Z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ppendix-cite-as">
    <vt:lpwstr>display</vt:lpwstr>
  </property>
  <property fmtid="{D5CDD505-2E9C-101B-9397-08002B2CF9AE}" pid="4" name="authors">
    <vt:lpwstr/>
  </property>
  <property fmtid="{D5CDD505-2E9C-101B-9397-08002B2CF9AE}" pid="5" name="auto-agenda">
    <vt:lpwstr/>
  </property>
  <property fmtid="{D5CDD505-2E9C-101B-9397-08002B2CF9AE}" pid="6" name="biblio-config">
    <vt:lpwstr>True</vt:lpwstr>
  </property>
  <property fmtid="{D5CDD505-2E9C-101B-9397-08002B2CF9AE}" pid="7" name="bibliography">
    <vt:lpwstr/>
  </property>
  <property fmtid="{D5CDD505-2E9C-101B-9397-08002B2CF9AE}" pid="8" name="by-affiliation">
    <vt:lpwstr/>
  </property>
  <property fmtid="{D5CDD505-2E9C-101B-9397-08002B2CF9AE}" pid="9" name="by-author">
    <vt:lpwstr/>
  </property>
  <property fmtid="{D5CDD505-2E9C-101B-9397-08002B2CF9AE}" pid="10" name="citation">
    <vt:lpwstr/>
  </property>
  <property fmtid="{D5CDD505-2E9C-101B-9397-08002B2CF9AE}" pid="11" name="csl">
    <vt:lpwstr>../bibliographien/apa7.csl</vt:lpwstr>
  </property>
  <property fmtid="{D5CDD505-2E9C-101B-9397-08002B2CF9AE}" pid="12" name="date">
    <vt:lpwstr>01.01.2024</vt:lpwstr>
  </property>
  <property fmtid="{D5CDD505-2E9C-101B-9397-08002B2CF9AE}" pid="13" name="date-format">
    <vt:lpwstr>DD.MM.YYYY</vt:lpwstr>
  </property>
  <property fmtid="{D5CDD505-2E9C-101B-9397-08002B2CF9AE}" pid="14" name="header-includes">
    <vt:lpwstr/>
  </property>
  <property fmtid="{D5CDD505-2E9C-101B-9397-08002B2CF9AE}" pid="15" name="include-after">
    <vt:lpwstr/>
  </property>
  <property fmtid="{D5CDD505-2E9C-101B-9397-08002B2CF9AE}" pid="16" name="include-before">
    <vt:lpwstr/>
  </property>
  <property fmtid="{D5CDD505-2E9C-101B-9397-08002B2CF9AE}" pid="17" name="labels">
    <vt:lpwstr/>
  </property>
  <property fmtid="{D5CDD505-2E9C-101B-9397-08002B2CF9AE}" pid="18" name="mermaid">
    <vt:lpwstr/>
  </property>
  <property fmtid="{D5CDD505-2E9C-101B-9397-08002B2CF9AE}" pid="19" name="theme">
    <vt:lpwstr/>
  </property>
  <property fmtid="{D5CDD505-2E9C-101B-9397-08002B2CF9AE}" pid="20" name="toc-title">
    <vt:lpwstr>Inhaltsverzeichnis</vt:lpwstr>
  </property>
</Properties>
</file>