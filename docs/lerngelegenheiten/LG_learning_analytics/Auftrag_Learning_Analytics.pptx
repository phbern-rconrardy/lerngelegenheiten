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ortfolio.switch.ch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fedlex.admin.ch/eli/cc/1993/1798_1798_1798/de#art_9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Auftrag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Learning Analytics</a:t>
            </a:r>
            <a:br/>
            <a:br/>
            <a:r>
              <a:rPr/>
              <a:t>Richard Conrardy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14.05.2024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Sie führen in dieser Lerngelegenheit eine quantitative Untersuchung mit Unterrichtsbezug durch.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Abgabe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Sie reichen ihre Forschungsarbeit 2 Wochen vor Semesterende über </a:t>
            </a:r>
            <a:r>
              <a:rPr>
                <a:hlinkClick r:id="rId2"/>
              </a:rPr>
              <a:t>SWITCHportfolio</a:t>
            </a:r>
            <a:r>
              <a:rPr/>
              <a:t> in einer speziell dafür eingerichteten Gruppe ein.</a:t>
            </a:r>
          </a:p>
          <a:p>
            <a:pPr lvl="0" indent="0" marL="0">
              <a:buNone/>
            </a:pPr>
            <a:r>
              <a:rPr/>
              <a:t>Alle Dateien müssen auf der Seite eingebettet sein. Sie dürfen nicht per Link zu einem Cloudanbieter eingebunden sein.</a:t>
            </a:r>
          </a:p>
          <a:p>
            <a:pPr lvl="0" indent="0" marL="0">
              <a:buNone/>
            </a:pPr>
            <a:r>
              <a:rPr/>
              <a:t>Sie erhalten eine schriftliche, formative Rückmeldung. Auf Wunsch erhalten Sie sehr gerne auch eine ausführliche mündliche Rückmeldung.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Notwendige Bedingungen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Werk is veröffentlicht (</a:t>
            </a:r>
            <a:r>
              <a:rPr>
                <a:hlinkClick r:id="rId2"/>
              </a:rPr>
              <a:t>vgl. Art. 9 Abs. 3 URG</a:t>
            </a:r>
            <a:r>
              <a:rPr/>
              <a:t>)</a:t>
            </a:r>
          </a:p>
          <a:p>
            <a:pPr lvl="0"/>
            <a:r>
              <a:rPr/>
              <a:t>Autoren sind benannt</a:t>
            </a:r>
          </a:p>
          <a:p>
            <a:pPr lvl="0"/>
            <a:r>
              <a:rPr/>
              <a:t>Freie Lizenz ist korrekt angegeben</a:t>
            </a:r>
          </a:p>
          <a:p>
            <a:pPr lvl="0"/>
            <a:r>
              <a:rPr/>
              <a:t>Rechtliche Rahmenbedingungen werden eingehalten (insb. URG, DSG und KDSG)</a:t>
            </a:r>
          </a:p>
          <a:p>
            <a:pPr lvl="0"/>
            <a:r>
              <a:rPr/>
              <a:t>Die Forschung ist replizierbar:</a:t>
            </a:r>
          </a:p>
          <a:p>
            <a:pPr lvl="1"/>
            <a:r>
              <a:rPr/>
              <a:t>Datensatz vorhanden</a:t>
            </a:r>
          </a:p>
          <a:p>
            <a:pPr lvl="1"/>
            <a:r>
              <a:rPr/>
              <a:t>Informationen zur Auswertung</a:t>
            </a:r>
          </a:p>
          <a:p>
            <a:pPr lvl="1"/>
            <a:r>
              <a:rPr/>
              <a:t>Notwendige Dateien (Formula, Aufgabenblätter, …) vorhanden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Grundlegende Lernziele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Zielgruppengerechte Sprache</a:t>
            </a:r>
          </a:p>
          <a:p>
            <a:pPr lvl="0"/>
            <a:r>
              <a:rPr/>
              <a:t>Graphiken aussagekräftig</a:t>
            </a:r>
          </a:p>
          <a:p>
            <a:pPr lvl="0"/>
            <a:r>
              <a:rPr/>
              <a:t>Hypothesen wohlformuliert</a:t>
            </a:r>
          </a:p>
          <a:p>
            <a:pPr lvl="0"/>
            <a:r>
              <a:rPr/>
              <a:t>Interpretation datengestützt</a:t>
            </a:r>
          </a:p>
          <a:p>
            <a:pPr lvl="0"/>
            <a:r>
              <a:rPr/>
              <a:t>Störvariablen mehrheitlich beachtet</a:t>
            </a:r>
          </a:p>
          <a:p>
            <a:pPr lvl="0"/>
            <a:r>
              <a:rPr/>
              <a:t>mind. 3 Variablen</a:t>
            </a:r>
          </a:p>
          <a:p>
            <a:pPr lvl="0"/>
            <a:r>
              <a:rPr/>
              <a:t>mind. 2 abhängige Stichproben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Erweiterte Lernziele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Schreibstil ist wissenschaftlich</a:t>
            </a:r>
          </a:p>
          <a:p>
            <a:pPr lvl="0"/>
            <a:r>
              <a:rPr/>
              <a:t>Hypothesen theoriegeleitet</a:t>
            </a:r>
          </a:p>
          <a:p>
            <a:pPr lvl="0"/>
            <a:r>
              <a:rPr/>
              <a:t>Schliessende Statistik (ohne Untersuchung der Annahmen)</a:t>
            </a:r>
          </a:p>
          <a:p>
            <a:pPr lvl="0"/>
            <a:r>
              <a:rPr/>
              <a:t>Erweiterte Diagrammtypen (falls angebracht)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Auftrag</dc:title>
  <dc:creator>Richard Conrardy</dc:creator>
  <cp:keywords/>
  <dcterms:created xsi:type="dcterms:W3CDTF">2024-05-15T04:39:39Z</dcterms:created>
  <dcterms:modified xsi:type="dcterms:W3CDTF">2024-05-15T04:39:39Z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ppendix-cite-as">
    <vt:lpwstr>display</vt:lpwstr>
  </property>
  <property fmtid="{D5CDD505-2E9C-101B-9397-08002B2CF9AE}" pid="4" name="authors">
    <vt:lpwstr/>
  </property>
  <property fmtid="{D5CDD505-2E9C-101B-9397-08002B2CF9AE}" pid="5" name="auto-agenda">
    <vt:lpwstr/>
  </property>
  <property fmtid="{D5CDD505-2E9C-101B-9397-08002B2CF9AE}" pid="6" name="biblio-config">
    <vt:lpwstr>True</vt:lpwstr>
  </property>
  <property fmtid="{D5CDD505-2E9C-101B-9397-08002B2CF9AE}" pid="7" name="bibliography">
    <vt:lpwstr/>
  </property>
  <property fmtid="{D5CDD505-2E9C-101B-9397-08002B2CF9AE}" pid="8" name="by-affiliation">
    <vt:lpwstr/>
  </property>
  <property fmtid="{D5CDD505-2E9C-101B-9397-08002B2CF9AE}" pid="9" name="by-author">
    <vt:lpwstr/>
  </property>
  <property fmtid="{D5CDD505-2E9C-101B-9397-08002B2CF9AE}" pid="10" name="citation">
    <vt:lpwstr/>
  </property>
  <property fmtid="{D5CDD505-2E9C-101B-9397-08002B2CF9AE}" pid="11" name="csl">
    <vt:lpwstr>../../bibliographien/apa7.csl</vt:lpwstr>
  </property>
  <property fmtid="{D5CDD505-2E9C-101B-9397-08002B2CF9AE}" pid="12" name="date">
    <vt:lpwstr>14.05.2024</vt:lpwstr>
  </property>
  <property fmtid="{D5CDD505-2E9C-101B-9397-08002B2CF9AE}" pid="13" name="date-format">
    <vt:lpwstr>DD.MM.YYYY</vt:lpwstr>
  </property>
  <property fmtid="{D5CDD505-2E9C-101B-9397-08002B2CF9AE}" pid="14" name="header-includes">
    <vt:lpwstr/>
  </property>
  <property fmtid="{D5CDD505-2E9C-101B-9397-08002B2CF9AE}" pid="15" name="include-after">
    <vt:lpwstr/>
  </property>
  <property fmtid="{D5CDD505-2E9C-101B-9397-08002B2CF9AE}" pid="16" name="include-before">
    <vt:lpwstr/>
  </property>
  <property fmtid="{D5CDD505-2E9C-101B-9397-08002B2CF9AE}" pid="17" name="labels">
    <vt:lpwstr/>
  </property>
  <property fmtid="{D5CDD505-2E9C-101B-9397-08002B2CF9AE}" pid="18" name="mermaid">
    <vt:lpwstr/>
  </property>
  <property fmtid="{D5CDD505-2E9C-101B-9397-08002B2CF9AE}" pid="19" name="subtitle">
    <vt:lpwstr>Learning Analytics</vt:lpwstr>
  </property>
  <property fmtid="{D5CDD505-2E9C-101B-9397-08002B2CF9AE}" pid="20" name="theme">
    <vt:lpwstr/>
  </property>
  <property fmtid="{D5CDD505-2E9C-101B-9397-08002B2CF9AE}" pid="21" name="toc-title">
    <vt:lpwstr>Inhaltsverzeichnis</vt:lpwstr>
  </property>
</Properties>
</file>